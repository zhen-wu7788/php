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王漢宗顏楷體" charset="1" panose="02000500000000000000"/>
      <p:regular r:id="rId14"/>
    </p:embeddedFont>
    <p:embeddedFont>
      <p:font typeface="Noto Sans T Chinese" charset="1" panose="020B0500000000000000"/>
      <p:regular r:id="rId15"/>
    </p:embeddedFont>
    <p:embeddedFont>
      <p:font typeface="Happy Font TH" charset="1" panose="02000503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jpe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6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7.png" Type="http://schemas.openxmlformats.org/officeDocument/2006/relationships/image"/><Relationship Id="rId27" Target="../media/image28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31.png" Type="http://schemas.openxmlformats.org/officeDocument/2006/relationships/image"/><Relationship Id="rId27" Target="../media/image32.png" Type="http://schemas.openxmlformats.org/officeDocument/2006/relationships/image"/><Relationship Id="rId28" Target="../media/image33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7296" y="9331042"/>
            <a:ext cx="1573407" cy="1504749"/>
          </a:xfrm>
          <a:custGeom>
            <a:avLst/>
            <a:gdLst/>
            <a:ahLst/>
            <a:cxnLst/>
            <a:rect r="r" b="b" t="t" l="l"/>
            <a:pathLst>
              <a:path h="1504749" w="1573407">
                <a:moveTo>
                  <a:pt x="0" y="0"/>
                </a:moveTo>
                <a:lnTo>
                  <a:pt x="1573408" y="0"/>
                </a:lnTo>
                <a:lnTo>
                  <a:pt x="1573408" y="1504749"/>
                </a:lnTo>
                <a:lnTo>
                  <a:pt x="0" y="15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9066" y="8033070"/>
            <a:ext cx="6991137" cy="5082948"/>
          </a:xfrm>
          <a:custGeom>
            <a:avLst/>
            <a:gdLst/>
            <a:ahLst/>
            <a:cxnLst/>
            <a:rect r="r" b="b" t="t" l="l"/>
            <a:pathLst>
              <a:path h="5082948" w="6991137">
                <a:moveTo>
                  <a:pt x="0" y="0"/>
                </a:moveTo>
                <a:lnTo>
                  <a:pt x="6991137" y="0"/>
                </a:lnTo>
                <a:lnTo>
                  <a:pt x="6991137" y="5082948"/>
                </a:lnTo>
                <a:lnTo>
                  <a:pt x="0" y="50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0468" y="1360004"/>
            <a:ext cx="1996660" cy="1829667"/>
          </a:xfrm>
          <a:custGeom>
            <a:avLst/>
            <a:gdLst/>
            <a:ahLst/>
            <a:cxnLst/>
            <a:rect r="r" b="b" t="t" l="l"/>
            <a:pathLst>
              <a:path h="1829667" w="1996660">
                <a:moveTo>
                  <a:pt x="0" y="0"/>
                </a:moveTo>
                <a:lnTo>
                  <a:pt x="1996660" y="0"/>
                </a:lnTo>
                <a:lnTo>
                  <a:pt x="1996660" y="1829666"/>
                </a:lnTo>
                <a:lnTo>
                  <a:pt x="0" y="1829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45519" y="8033070"/>
            <a:ext cx="7627562" cy="6462625"/>
          </a:xfrm>
          <a:custGeom>
            <a:avLst/>
            <a:gdLst/>
            <a:ahLst/>
            <a:cxnLst/>
            <a:rect r="r" b="b" t="t" l="l"/>
            <a:pathLst>
              <a:path h="6462625" w="7627562">
                <a:moveTo>
                  <a:pt x="0" y="0"/>
                </a:moveTo>
                <a:lnTo>
                  <a:pt x="7627562" y="0"/>
                </a:lnTo>
                <a:lnTo>
                  <a:pt x="7627562" y="6462625"/>
                </a:lnTo>
                <a:lnTo>
                  <a:pt x="0" y="6462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95029" y="1360004"/>
            <a:ext cx="1633999" cy="1692466"/>
          </a:xfrm>
          <a:custGeom>
            <a:avLst/>
            <a:gdLst/>
            <a:ahLst/>
            <a:cxnLst/>
            <a:rect r="r" b="b" t="t" l="l"/>
            <a:pathLst>
              <a:path h="1692466" w="1633999">
                <a:moveTo>
                  <a:pt x="0" y="0"/>
                </a:moveTo>
                <a:lnTo>
                  <a:pt x="1633999" y="0"/>
                </a:lnTo>
                <a:lnTo>
                  <a:pt x="1633999" y="1692466"/>
                </a:lnTo>
                <a:lnTo>
                  <a:pt x="0" y="16924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9800" y="8454088"/>
            <a:ext cx="7152052" cy="7087033"/>
          </a:xfrm>
          <a:custGeom>
            <a:avLst/>
            <a:gdLst/>
            <a:ahLst/>
            <a:cxnLst/>
            <a:rect r="r" b="b" t="t" l="l"/>
            <a:pathLst>
              <a:path h="7087033" w="7152052">
                <a:moveTo>
                  <a:pt x="0" y="0"/>
                </a:moveTo>
                <a:lnTo>
                  <a:pt x="7152052" y="0"/>
                </a:lnTo>
                <a:lnTo>
                  <a:pt x="7152052" y="7087034"/>
                </a:lnTo>
                <a:lnTo>
                  <a:pt x="0" y="708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7545" y="-1017884"/>
            <a:ext cx="3052910" cy="2569995"/>
          </a:xfrm>
          <a:custGeom>
            <a:avLst/>
            <a:gdLst/>
            <a:ahLst/>
            <a:cxnLst/>
            <a:rect r="r" b="b" t="t" l="l"/>
            <a:pathLst>
              <a:path h="2569995" w="3052910">
                <a:moveTo>
                  <a:pt x="0" y="0"/>
                </a:moveTo>
                <a:lnTo>
                  <a:pt x="3052910" y="0"/>
                </a:lnTo>
                <a:lnTo>
                  <a:pt x="3052910" y="2569996"/>
                </a:lnTo>
                <a:lnTo>
                  <a:pt x="0" y="25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32548" y="8276396"/>
            <a:ext cx="7536935" cy="4946970"/>
          </a:xfrm>
          <a:custGeom>
            <a:avLst/>
            <a:gdLst/>
            <a:ahLst/>
            <a:cxnLst/>
            <a:rect r="r" b="b" t="t" l="l"/>
            <a:pathLst>
              <a:path h="4946970" w="7536935">
                <a:moveTo>
                  <a:pt x="0" y="0"/>
                </a:moveTo>
                <a:lnTo>
                  <a:pt x="7536934" y="0"/>
                </a:lnTo>
                <a:lnTo>
                  <a:pt x="7536934" y="4946970"/>
                </a:lnTo>
                <a:lnTo>
                  <a:pt x="0" y="4946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7215">
            <a:off x="-570593" y="8923046"/>
            <a:ext cx="2262122" cy="1369612"/>
          </a:xfrm>
          <a:custGeom>
            <a:avLst/>
            <a:gdLst/>
            <a:ahLst/>
            <a:cxnLst/>
            <a:rect r="r" b="b" t="t" l="l"/>
            <a:pathLst>
              <a:path h="1369612" w="2262122">
                <a:moveTo>
                  <a:pt x="0" y="0"/>
                </a:moveTo>
                <a:lnTo>
                  <a:pt x="2262122" y="0"/>
                </a:lnTo>
                <a:lnTo>
                  <a:pt x="2262122" y="1369612"/>
                </a:lnTo>
                <a:lnTo>
                  <a:pt x="0" y="1369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1852" y="9108566"/>
            <a:ext cx="4030989" cy="4114800"/>
          </a:xfrm>
          <a:custGeom>
            <a:avLst/>
            <a:gdLst/>
            <a:ahLst/>
            <a:cxnLst/>
            <a:rect r="r" b="b" t="t" l="l"/>
            <a:pathLst>
              <a:path h="4114800" w="4030989">
                <a:moveTo>
                  <a:pt x="0" y="0"/>
                </a:moveTo>
                <a:lnTo>
                  <a:pt x="4030989" y="0"/>
                </a:lnTo>
                <a:lnTo>
                  <a:pt x="4030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7744" y="9331042"/>
            <a:ext cx="3128698" cy="3352540"/>
          </a:xfrm>
          <a:custGeom>
            <a:avLst/>
            <a:gdLst/>
            <a:ahLst/>
            <a:cxnLst/>
            <a:rect r="r" b="b" t="t" l="l"/>
            <a:pathLst>
              <a:path h="3352540" w="3128698">
                <a:moveTo>
                  <a:pt x="0" y="0"/>
                </a:moveTo>
                <a:lnTo>
                  <a:pt x="3128698" y="0"/>
                </a:lnTo>
                <a:lnTo>
                  <a:pt x="3128698" y="3352540"/>
                </a:lnTo>
                <a:lnTo>
                  <a:pt x="0" y="33525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29183" y="2789620"/>
            <a:ext cx="9029634" cy="380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87"/>
              </a:lnSpc>
            </a:pPr>
            <a:r>
              <a:rPr lang="en-US" sz="10347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網路程式設計</a:t>
            </a:r>
          </a:p>
          <a:p>
            <a:pPr algn="ctr">
              <a:lnSpc>
                <a:spcPts val="14487"/>
              </a:lnSpc>
            </a:pPr>
            <a:r>
              <a:rPr lang="en-US" sz="10347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學期程式作業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02266" y="6821916"/>
            <a:ext cx="7883468" cy="81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2"/>
              </a:lnSpc>
            </a:pPr>
            <a:r>
              <a:rPr lang="en-US" sz="4258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132214228巫佩蓁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7296" y="9331042"/>
            <a:ext cx="1573407" cy="1504749"/>
          </a:xfrm>
          <a:custGeom>
            <a:avLst/>
            <a:gdLst/>
            <a:ahLst/>
            <a:cxnLst/>
            <a:rect r="r" b="b" t="t" l="l"/>
            <a:pathLst>
              <a:path h="1504749" w="1573407">
                <a:moveTo>
                  <a:pt x="0" y="0"/>
                </a:moveTo>
                <a:lnTo>
                  <a:pt x="1573408" y="0"/>
                </a:lnTo>
                <a:lnTo>
                  <a:pt x="1573408" y="1504749"/>
                </a:lnTo>
                <a:lnTo>
                  <a:pt x="0" y="15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9066" y="8033070"/>
            <a:ext cx="6991137" cy="5082948"/>
          </a:xfrm>
          <a:custGeom>
            <a:avLst/>
            <a:gdLst/>
            <a:ahLst/>
            <a:cxnLst/>
            <a:rect r="r" b="b" t="t" l="l"/>
            <a:pathLst>
              <a:path h="5082948" w="6991137">
                <a:moveTo>
                  <a:pt x="0" y="0"/>
                </a:moveTo>
                <a:lnTo>
                  <a:pt x="6991137" y="0"/>
                </a:lnTo>
                <a:lnTo>
                  <a:pt x="6991137" y="5082948"/>
                </a:lnTo>
                <a:lnTo>
                  <a:pt x="0" y="50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486" y="887293"/>
            <a:ext cx="1996660" cy="1829667"/>
          </a:xfrm>
          <a:custGeom>
            <a:avLst/>
            <a:gdLst/>
            <a:ahLst/>
            <a:cxnLst/>
            <a:rect r="r" b="b" t="t" l="l"/>
            <a:pathLst>
              <a:path h="1829667" w="1996660">
                <a:moveTo>
                  <a:pt x="0" y="0"/>
                </a:moveTo>
                <a:lnTo>
                  <a:pt x="1996660" y="0"/>
                </a:lnTo>
                <a:lnTo>
                  <a:pt x="1996660" y="1829667"/>
                </a:lnTo>
                <a:lnTo>
                  <a:pt x="0" y="182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45519" y="8033070"/>
            <a:ext cx="7627562" cy="6462625"/>
          </a:xfrm>
          <a:custGeom>
            <a:avLst/>
            <a:gdLst/>
            <a:ahLst/>
            <a:cxnLst/>
            <a:rect r="r" b="b" t="t" l="l"/>
            <a:pathLst>
              <a:path h="6462625" w="7627562">
                <a:moveTo>
                  <a:pt x="0" y="0"/>
                </a:moveTo>
                <a:lnTo>
                  <a:pt x="7627562" y="0"/>
                </a:lnTo>
                <a:lnTo>
                  <a:pt x="7627562" y="6462625"/>
                </a:lnTo>
                <a:lnTo>
                  <a:pt x="0" y="6462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31852" y="4128738"/>
            <a:ext cx="1633999" cy="1692466"/>
          </a:xfrm>
          <a:custGeom>
            <a:avLst/>
            <a:gdLst/>
            <a:ahLst/>
            <a:cxnLst/>
            <a:rect r="r" b="b" t="t" l="l"/>
            <a:pathLst>
              <a:path h="1692466" w="1633999">
                <a:moveTo>
                  <a:pt x="0" y="0"/>
                </a:moveTo>
                <a:lnTo>
                  <a:pt x="1633999" y="0"/>
                </a:lnTo>
                <a:lnTo>
                  <a:pt x="1633999" y="1692467"/>
                </a:lnTo>
                <a:lnTo>
                  <a:pt x="0" y="1692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9800" y="8454088"/>
            <a:ext cx="7152052" cy="7087033"/>
          </a:xfrm>
          <a:custGeom>
            <a:avLst/>
            <a:gdLst/>
            <a:ahLst/>
            <a:cxnLst/>
            <a:rect r="r" b="b" t="t" l="l"/>
            <a:pathLst>
              <a:path h="7087033" w="7152052">
                <a:moveTo>
                  <a:pt x="0" y="0"/>
                </a:moveTo>
                <a:lnTo>
                  <a:pt x="7152052" y="0"/>
                </a:lnTo>
                <a:lnTo>
                  <a:pt x="7152052" y="7087034"/>
                </a:lnTo>
                <a:lnTo>
                  <a:pt x="0" y="708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7545" y="-1017884"/>
            <a:ext cx="3052910" cy="2569995"/>
          </a:xfrm>
          <a:custGeom>
            <a:avLst/>
            <a:gdLst/>
            <a:ahLst/>
            <a:cxnLst/>
            <a:rect r="r" b="b" t="t" l="l"/>
            <a:pathLst>
              <a:path h="2569995" w="3052910">
                <a:moveTo>
                  <a:pt x="0" y="0"/>
                </a:moveTo>
                <a:lnTo>
                  <a:pt x="3052910" y="0"/>
                </a:lnTo>
                <a:lnTo>
                  <a:pt x="3052910" y="2569996"/>
                </a:lnTo>
                <a:lnTo>
                  <a:pt x="0" y="25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32548" y="8276396"/>
            <a:ext cx="7536935" cy="4946970"/>
          </a:xfrm>
          <a:custGeom>
            <a:avLst/>
            <a:gdLst/>
            <a:ahLst/>
            <a:cxnLst/>
            <a:rect r="r" b="b" t="t" l="l"/>
            <a:pathLst>
              <a:path h="4946970" w="7536935">
                <a:moveTo>
                  <a:pt x="0" y="0"/>
                </a:moveTo>
                <a:lnTo>
                  <a:pt x="7536934" y="0"/>
                </a:lnTo>
                <a:lnTo>
                  <a:pt x="7536934" y="4946970"/>
                </a:lnTo>
                <a:lnTo>
                  <a:pt x="0" y="4946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7215">
            <a:off x="-570593" y="8923046"/>
            <a:ext cx="2262122" cy="1369612"/>
          </a:xfrm>
          <a:custGeom>
            <a:avLst/>
            <a:gdLst/>
            <a:ahLst/>
            <a:cxnLst/>
            <a:rect r="r" b="b" t="t" l="l"/>
            <a:pathLst>
              <a:path h="1369612" w="2262122">
                <a:moveTo>
                  <a:pt x="0" y="0"/>
                </a:moveTo>
                <a:lnTo>
                  <a:pt x="2262122" y="0"/>
                </a:lnTo>
                <a:lnTo>
                  <a:pt x="2262122" y="1369612"/>
                </a:lnTo>
                <a:lnTo>
                  <a:pt x="0" y="1369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1852" y="9108566"/>
            <a:ext cx="4030989" cy="4114800"/>
          </a:xfrm>
          <a:custGeom>
            <a:avLst/>
            <a:gdLst/>
            <a:ahLst/>
            <a:cxnLst/>
            <a:rect r="r" b="b" t="t" l="l"/>
            <a:pathLst>
              <a:path h="4114800" w="4030989">
                <a:moveTo>
                  <a:pt x="0" y="0"/>
                </a:moveTo>
                <a:lnTo>
                  <a:pt x="4030989" y="0"/>
                </a:lnTo>
                <a:lnTo>
                  <a:pt x="4030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7744" y="9331042"/>
            <a:ext cx="3128698" cy="3352540"/>
          </a:xfrm>
          <a:custGeom>
            <a:avLst/>
            <a:gdLst/>
            <a:ahLst/>
            <a:cxnLst/>
            <a:rect r="r" b="b" t="t" l="l"/>
            <a:pathLst>
              <a:path h="3352540" w="3128698">
                <a:moveTo>
                  <a:pt x="0" y="0"/>
                </a:moveTo>
                <a:lnTo>
                  <a:pt x="3128698" y="0"/>
                </a:lnTo>
                <a:lnTo>
                  <a:pt x="3128698" y="3352540"/>
                </a:lnTo>
                <a:lnTo>
                  <a:pt x="0" y="33525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004634" y="4347735"/>
            <a:ext cx="7674556" cy="16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879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小目標系統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417368" y="3926325"/>
            <a:ext cx="2954811" cy="2886419"/>
            <a:chOff x="0" y="0"/>
            <a:chExt cx="4828540" cy="4716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03" y="1273"/>
              <a:ext cx="4830645" cy="4716345"/>
            </a:xfrm>
            <a:custGeom>
              <a:avLst/>
              <a:gdLst/>
              <a:ahLst/>
              <a:cxnLst/>
              <a:rect r="r" b="b" t="t" l="l"/>
              <a:pathLst>
                <a:path h="4716345" w="4830645">
                  <a:moveTo>
                    <a:pt x="3415197" y="4653277"/>
                  </a:moveTo>
                  <a:cubicBezTo>
                    <a:pt x="3387257" y="4660897"/>
                    <a:pt x="3365667" y="4671057"/>
                    <a:pt x="3344077" y="4673597"/>
                  </a:cubicBezTo>
                  <a:cubicBezTo>
                    <a:pt x="3222157" y="4683757"/>
                    <a:pt x="3101507" y="4693917"/>
                    <a:pt x="2979587" y="4702807"/>
                  </a:cubicBezTo>
                  <a:cubicBezTo>
                    <a:pt x="2917357" y="4706617"/>
                    <a:pt x="2855127" y="4710427"/>
                    <a:pt x="2792897" y="4711697"/>
                  </a:cubicBezTo>
                  <a:cubicBezTo>
                    <a:pt x="2725587" y="4714237"/>
                    <a:pt x="2658277" y="4718047"/>
                    <a:pt x="2592237" y="4715507"/>
                  </a:cubicBezTo>
                  <a:cubicBezTo>
                    <a:pt x="2528737" y="4714237"/>
                    <a:pt x="2465237" y="4710427"/>
                    <a:pt x="2404277" y="4698997"/>
                  </a:cubicBezTo>
                  <a:cubicBezTo>
                    <a:pt x="2325537" y="4685027"/>
                    <a:pt x="2245527" y="4685027"/>
                    <a:pt x="2168057" y="4672327"/>
                  </a:cubicBezTo>
                  <a:cubicBezTo>
                    <a:pt x="1966127" y="4639307"/>
                    <a:pt x="1760387" y="4648197"/>
                    <a:pt x="1557187" y="4634227"/>
                  </a:cubicBezTo>
                  <a:cubicBezTo>
                    <a:pt x="1442887" y="4626607"/>
                    <a:pt x="1328587" y="4608827"/>
                    <a:pt x="1214287" y="4593587"/>
                  </a:cubicBezTo>
                  <a:cubicBezTo>
                    <a:pt x="1084747" y="4577077"/>
                    <a:pt x="955207" y="4558027"/>
                    <a:pt x="824397" y="4540247"/>
                  </a:cubicBezTo>
                  <a:cubicBezTo>
                    <a:pt x="729147" y="4527547"/>
                    <a:pt x="632627" y="4514847"/>
                    <a:pt x="537377" y="4502147"/>
                  </a:cubicBezTo>
                  <a:cubicBezTo>
                    <a:pt x="534837" y="4502147"/>
                    <a:pt x="532297" y="4500877"/>
                    <a:pt x="529757" y="4500877"/>
                  </a:cubicBezTo>
                  <a:cubicBezTo>
                    <a:pt x="449747" y="4466587"/>
                    <a:pt x="364657" y="4439917"/>
                    <a:pt x="290997" y="4395467"/>
                  </a:cubicBezTo>
                  <a:cubicBezTo>
                    <a:pt x="166537" y="4319267"/>
                    <a:pt x="113197" y="4197347"/>
                    <a:pt x="108117" y="4053837"/>
                  </a:cubicBezTo>
                  <a:cubicBezTo>
                    <a:pt x="106847" y="4004307"/>
                    <a:pt x="100497" y="3956047"/>
                    <a:pt x="100497" y="3906517"/>
                  </a:cubicBezTo>
                  <a:cubicBezTo>
                    <a:pt x="101767" y="3837937"/>
                    <a:pt x="106847" y="3770627"/>
                    <a:pt x="110657" y="3703317"/>
                  </a:cubicBezTo>
                  <a:cubicBezTo>
                    <a:pt x="120817" y="3502657"/>
                    <a:pt x="125897" y="3301997"/>
                    <a:pt x="110657" y="3101337"/>
                  </a:cubicBezTo>
                  <a:cubicBezTo>
                    <a:pt x="96687" y="2920997"/>
                    <a:pt x="83987" y="2741927"/>
                    <a:pt x="70017" y="2561587"/>
                  </a:cubicBezTo>
                  <a:cubicBezTo>
                    <a:pt x="61127" y="2446017"/>
                    <a:pt x="49697" y="2331717"/>
                    <a:pt x="42077" y="2216147"/>
                  </a:cubicBezTo>
                  <a:cubicBezTo>
                    <a:pt x="36997" y="2139947"/>
                    <a:pt x="38267" y="2062477"/>
                    <a:pt x="33187" y="1986277"/>
                  </a:cubicBezTo>
                  <a:cubicBezTo>
                    <a:pt x="30647" y="1943097"/>
                    <a:pt x="16677" y="1901187"/>
                    <a:pt x="15407" y="1858007"/>
                  </a:cubicBezTo>
                  <a:cubicBezTo>
                    <a:pt x="10327" y="1753867"/>
                    <a:pt x="9057" y="1648457"/>
                    <a:pt x="6517" y="1543047"/>
                  </a:cubicBezTo>
                  <a:cubicBezTo>
                    <a:pt x="5247" y="1502407"/>
                    <a:pt x="-1103" y="1461767"/>
                    <a:pt x="167" y="1421127"/>
                  </a:cubicBezTo>
                  <a:cubicBezTo>
                    <a:pt x="1437" y="1357627"/>
                    <a:pt x="9057" y="1294127"/>
                    <a:pt x="10327" y="1230627"/>
                  </a:cubicBezTo>
                  <a:cubicBezTo>
                    <a:pt x="11597" y="1156967"/>
                    <a:pt x="3977" y="1083307"/>
                    <a:pt x="6517" y="1010917"/>
                  </a:cubicBezTo>
                  <a:cubicBezTo>
                    <a:pt x="6517" y="941067"/>
                    <a:pt x="15407" y="872487"/>
                    <a:pt x="24297" y="802637"/>
                  </a:cubicBezTo>
                  <a:cubicBezTo>
                    <a:pt x="26837" y="778507"/>
                    <a:pt x="44617" y="756917"/>
                    <a:pt x="49697" y="732787"/>
                  </a:cubicBezTo>
                  <a:cubicBezTo>
                    <a:pt x="71287" y="613407"/>
                    <a:pt x="94147" y="494027"/>
                    <a:pt x="150027" y="383537"/>
                  </a:cubicBezTo>
                  <a:cubicBezTo>
                    <a:pt x="162727" y="359407"/>
                    <a:pt x="183047" y="337817"/>
                    <a:pt x="202097" y="318767"/>
                  </a:cubicBezTo>
                  <a:cubicBezTo>
                    <a:pt x="208447" y="312417"/>
                    <a:pt x="223687" y="316227"/>
                    <a:pt x="227497" y="316227"/>
                  </a:cubicBezTo>
                  <a:cubicBezTo>
                    <a:pt x="236387" y="299717"/>
                    <a:pt x="241467" y="283207"/>
                    <a:pt x="251627" y="275587"/>
                  </a:cubicBezTo>
                  <a:cubicBezTo>
                    <a:pt x="306237" y="233677"/>
                    <a:pt x="363387" y="203197"/>
                    <a:pt x="434507" y="195577"/>
                  </a:cubicBezTo>
                  <a:cubicBezTo>
                    <a:pt x="487847" y="189227"/>
                    <a:pt x="539917" y="166367"/>
                    <a:pt x="593257" y="153667"/>
                  </a:cubicBezTo>
                  <a:cubicBezTo>
                    <a:pt x="658027" y="138427"/>
                    <a:pt x="722797" y="120647"/>
                    <a:pt x="790107" y="111757"/>
                  </a:cubicBezTo>
                  <a:cubicBezTo>
                    <a:pt x="851067" y="104137"/>
                    <a:pt x="909487" y="87627"/>
                    <a:pt x="971717" y="82547"/>
                  </a:cubicBezTo>
                  <a:cubicBezTo>
                    <a:pt x="1035217" y="77467"/>
                    <a:pt x="1098717" y="62227"/>
                    <a:pt x="1163487" y="57147"/>
                  </a:cubicBezTo>
                  <a:cubicBezTo>
                    <a:pt x="1338747" y="44447"/>
                    <a:pt x="1515277" y="35557"/>
                    <a:pt x="1690537" y="25397"/>
                  </a:cubicBezTo>
                  <a:cubicBezTo>
                    <a:pt x="1733717" y="22857"/>
                    <a:pt x="1776897" y="25397"/>
                    <a:pt x="1820077" y="26667"/>
                  </a:cubicBezTo>
                  <a:cubicBezTo>
                    <a:pt x="1841667" y="27937"/>
                    <a:pt x="1863257" y="33017"/>
                    <a:pt x="1886117" y="35557"/>
                  </a:cubicBezTo>
                  <a:cubicBezTo>
                    <a:pt x="1896277" y="36827"/>
                    <a:pt x="1906437" y="33017"/>
                    <a:pt x="1916597" y="33017"/>
                  </a:cubicBezTo>
                  <a:cubicBezTo>
                    <a:pt x="1947077" y="33017"/>
                    <a:pt x="1978827" y="33017"/>
                    <a:pt x="2009307" y="31747"/>
                  </a:cubicBezTo>
                  <a:cubicBezTo>
                    <a:pt x="2067727" y="29207"/>
                    <a:pt x="2127417" y="22857"/>
                    <a:pt x="2185837" y="22857"/>
                  </a:cubicBezTo>
                  <a:cubicBezTo>
                    <a:pt x="2242987" y="22857"/>
                    <a:pt x="2300137" y="26667"/>
                    <a:pt x="2357287" y="29207"/>
                  </a:cubicBezTo>
                  <a:lnTo>
                    <a:pt x="2403007" y="29207"/>
                  </a:lnTo>
                  <a:cubicBezTo>
                    <a:pt x="2472857" y="26667"/>
                    <a:pt x="2541437" y="26667"/>
                    <a:pt x="2611287" y="22857"/>
                  </a:cubicBezTo>
                  <a:cubicBezTo>
                    <a:pt x="2678597" y="19047"/>
                    <a:pt x="2744637" y="10157"/>
                    <a:pt x="2811947" y="6347"/>
                  </a:cubicBezTo>
                  <a:cubicBezTo>
                    <a:pt x="2843697" y="3807"/>
                    <a:pt x="2876717" y="3807"/>
                    <a:pt x="2908467" y="10157"/>
                  </a:cubicBezTo>
                  <a:cubicBezTo>
                    <a:pt x="2956727" y="19047"/>
                    <a:pt x="3002447" y="24127"/>
                    <a:pt x="3050707" y="10157"/>
                  </a:cubicBezTo>
                  <a:cubicBezTo>
                    <a:pt x="3068487" y="5077"/>
                    <a:pt x="3091347" y="13967"/>
                    <a:pt x="3111667" y="16507"/>
                  </a:cubicBezTo>
                  <a:cubicBezTo>
                    <a:pt x="3120557" y="17777"/>
                    <a:pt x="3130717" y="20317"/>
                    <a:pt x="3135797" y="16507"/>
                  </a:cubicBezTo>
                  <a:cubicBezTo>
                    <a:pt x="3170087" y="-8893"/>
                    <a:pt x="3201837" y="-2543"/>
                    <a:pt x="3234857" y="19047"/>
                  </a:cubicBezTo>
                  <a:cubicBezTo>
                    <a:pt x="3238667" y="21587"/>
                    <a:pt x="3248827" y="15237"/>
                    <a:pt x="3256447" y="15237"/>
                  </a:cubicBezTo>
                  <a:cubicBezTo>
                    <a:pt x="3286927" y="15237"/>
                    <a:pt x="3317407" y="15237"/>
                    <a:pt x="3349157" y="16507"/>
                  </a:cubicBezTo>
                  <a:cubicBezTo>
                    <a:pt x="3372017" y="17777"/>
                    <a:pt x="3393607" y="25397"/>
                    <a:pt x="3416467" y="27937"/>
                  </a:cubicBezTo>
                  <a:cubicBezTo>
                    <a:pt x="3465997" y="34287"/>
                    <a:pt x="3516797" y="44447"/>
                    <a:pt x="3567597" y="44447"/>
                  </a:cubicBezTo>
                  <a:cubicBezTo>
                    <a:pt x="3662847" y="45717"/>
                    <a:pt x="3758097" y="49527"/>
                    <a:pt x="3852077" y="69847"/>
                  </a:cubicBezTo>
                  <a:cubicBezTo>
                    <a:pt x="3939707" y="88897"/>
                    <a:pt x="4029877" y="88897"/>
                    <a:pt x="4118777" y="104137"/>
                  </a:cubicBezTo>
                  <a:cubicBezTo>
                    <a:pt x="4172117" y="113027"/>
                    <a:pt x="4226727" y="129537"/>
                    <a:pt x="4272447" y="156207"/>
                  </a:cubicBezTo>
                  <a:cubicBezTo>
                    <a:pt x="4321977" y="184147"/>
                    <a:pt x="4360077" y="229867"/>
                    <a:pt x="4404527" y="267967"/>
                  </a:cubicBezTo>
                  <a:cubicBezTo>
                    <a:pt x="4421037" y="281937"/>
                    <a:pt x="4445167" y="292097"/>
                    <a:pt x="4456597" y="309877"/>
                  </a:cubicBezTo>
                  <a:cubicBezTo>
                    <a:pt x="4489617" y="358137"/>
                    <a:pt x="4518827" y="408937"/>
                    <a:pt x="4548037" y="459737"/>
                  </a:cubicBezTo>
                  <a:cubicBezTo>
                    <a:pt x="4569627" y="496567"/>
                    <a:pt x="4591217" y="534667"/>
                    <a:pt x="4607727" y="572767"/>
                  </a:cubicBezTo>
                  <a:cubicBezTo>
                    <a:pt x="4625507" y="617217"/>
                    <a:pt x="4639477" y="662937"/>
                    <a:pt x="4653447" y="709927"/>
                  </a:cubicBezTo>
                  <a:cubicBezTo>
                    <a:pt x="4675037" y="783587"/>
                    <a:pt x="4700437" y="857247"/>
                    <a:pt x="4714407" y="933447"/>
                  </a:cubicBezTo>
                  <a:cubicBezTo>
                    <a:pt x="4734727" y="1040127"/>
                    <a:pt x="4744887" y="1149347"/>
                    <a:pt x="4760127" y="1257297"/>
                  </a:cubicBezTo>
                  <a:cubicBezTo>
                    <a:pt x="4765207" y="1292857"/>
                    <a:pt x="4771557" y="1328417"/>
                    <a:pt x="4774097" y="1363977"/>
                  </a:cubicBezTo>
                  <a:cubicBezTo>
                    <a:pt x="4781717" y="1465577"/>
                    <a:pt x="4786797" y="1565907"/>
                    <a:pt x="4793147" y="1667507"/>
                  </a:cubicBezTo>
                  <a:cubicBezTo>
                    <a:pt x="4802037" y="1793237"/>
                    <a:pt x="4814737" y="1917697"/>
                    <a:pt x="4821087" y="2043427"/>
                  </a:cubicBezTo>
                  <a:cubicBezTo>
                    <a:pt x="4827437" y="2164077"/>
                    <a:pt x="4832517" y="2285997"/>
                    <a:pt x="4829977" y="2407917"/>
                  </a:cubicBezTo>
                  <a:cubicBezTo>
                    <a:pt x="4826167" y="2611117"/>
                    <a:pt x="4816007" y="2813047"/>
                    <a:pt x="4805847" y="3016247"/>
                  </a:cubicBezTo>
                  <a:cubicBezTo>
                    <a:pt x="4799497" y="3141977"/>
                    <a:pt x="4790607" y="3266437"/>
                    <a:pt x="4777907" y="3390897"/>
                  </a:cubicBezTo>
                  <a:cubicBezTo>
                    <a:pt x="4765207" y="3515357"/>
                    <a:pt x="4746157" y="3638547"/>
                    <a:pt x="4732187" y="3763007"/>
                  </a:cubicBezTo>
                  <a:cubicBezTo>
                    <a:pt x="4722027" y="3849367"/>
                    <a:pt x="4719487" y="3935727"/>
                    <a:pt x="4708057" y="4020817"/>
                  </a:cubicBezTo>
                  <a:cubicBezTo>
                    <a:pt x="4697897" y="4098287"/>
                    <a:pt x="4659797" y="4166867"/>
                    <a:pt x="4608997" y="4224017"/>
                  </a:cubicBezTo>
                  <a:cubicBezTo>
                    <a:pt x="4567087" y="4272277"/>
                    <a:pt x="4534067" y="4326887"/>
                    <a:pt x="4490887" y="4373877"/>
                  </a:cubicBezTo>
                  <a:cubicBezTo>
                    <a:pt x="4452787" y="4415787"/>
                    <a:pt x="4410877" y="4457697"/>
                    <a:pt x="4344837" y="4458967"/>
                  </a:cubicBezTo>
                  <a:cubicBezTo>
                    <a:pt x="4329597" y="4458967"/>
                    <a:pt x="4315627" y="4474207"/>
                    <a:pt x="4300387" y="4481827"/>
                  </a:cubicBezTo>
                  <a:cubicBezTo>
                    <a:pt x="4235617" y="4509767"/>
                    <a:pt x="4168307" y="4533897"/>
                    <a:pt x="4104807" y="4564377"/>
                  </a:cubicBezTo>
                  <a:cubicBezTo>
                    <a:pt x="3987967" y="4620257"/>
                    <a:pt x="3862237" y="4629147"/>
                    <a:pt x="3736507" y="4634227"/>
                  </a:cubicBezTo>
                  <a:cubicBezTo>
                    <a:pt x="3688247" y="4636767"/>
                    <a:pt x="3638717" y="4632957"/>
                    <a:pt x="3590457" y="4636767"/>
                  </a:cubicBezTo>
                  <a:cubicBezTo>
                    <a:pt x="3566327" y="4638037"/>
                    <a:pt x="3543467" y="4649467"/>
                    <a:pt x="3520607" y="4654547"/>
                  </a:cubicBezTo>
                  <a:cubicBezTo>
                    <a:pt x="3510447" y="4657087"/>
                    <a:pt x="3500287" y="4655817"/>
                    <a:pt x="3488857" y="4657087"/>
                  </a:cubicBezTo>
                  <a:cubicBezTo>
                    <a:pt x="3473617" y="4658357"/>
                    <a:pt x="3458377" y="4662167"/>
                    <a:pt x="3443137" y="4660897"/>
                  </a:cubicBezTo>
                  <a:cubicBezTo>
                    <a:pt x="3427897" y="4658357"/>
                    <a:pt x="3417737" y="4653277"/>
                    <a:pt x="3415197" y="4653277"/>
                  </a:cubicBezTo>
                  <a:close/>
                </a:path>
              </a:pathLst>
            </a:custGeom>
            <a:blipFill>
              <a:blip r:embed="rId24"/>
              <a:stretch>
                <a:fillRect l="0" t="-1025" r="0" b="-102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7296" y="9331042"/>
            <a:ext cx="1573407" cy="1504749"/>
          </a:xfrm>
          <a:custGeom>
            <a:avLst/>
            <a:gdLst/>
            <a:ahLst/>
            <a:cxnLst/>
            <a:rect r="r" b="b" t="t" l="l"/>
            <a:pathLst>
              <a:path h="1504749" w="1573407">
                <a:moveTo>
                  <a:pt x="0" y="0"/>
                </a:moveTo>
                <a:lnTo>
                  <a:pt x="1573408" y="0"/>
                </a:lnTo>
                <a:lnTo>
                  <a:pt x="1573408" y="1504749"/>
                </a:lnTo>
                <a:lnTo>
                  <a:pt x="0" y="15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9066" y="8033070"/>
            <a:ext cx="6991137" cy="5082948"/>
          </a:xfrm>
          <a:custGeom>
            <a:avLst/>
            <a:gdLst/>
            <a:ahLst/>
            <a:cxnLst/>
            <a:rect r="r" b="b" t="t" l="l"/>
            <a:pathLst>
              <a:path h="5082948" w="6991137">
                <a:moveTo>
                  <a:pt x="0" y="0"/>
                </a:moveTo>
                <a:lnTo>
                  <a:pt x="6991137" y="0"/>
                </a:lnTo>
                <a:lnTo>
                  <a:pt x="6991137" y="5082948"/>
                </a:lnTo>
                <a:lnTo>
                  <a:pt x="0" y="50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486" y="887293"/>
            <a:ext cx="1996660" cy="1829667"/>
          </a:xfrm>
          <a:custGeom>
            <a:avLst/>
            <a:gdLst/>
            <a:ahLst/>
            <a:cxnLst/>
            <a:rect r="r" b="b" t="t" l="l"/>
            <a:pathLst>
              <a:path h="1829667" w="1996660">
                <a:moveTo>
                  <a:pt x="0" y="0"/>
                </a:moveTo>
                <a:lnTo>
                  <a:pt x="1996660" y="0"/>
                </a:lnTo>
                <a:lnTo>
                  <a:pt x="1996660" y="1829667"/>
                </a:lnTo>
                <a:lnTo>
                  <a:pt x="0" y="182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45519" y="8033070"/>
            <a:ext cx="7627562" cy="6462625"/>
          </a:xfrm>
          <a:custGeom>
            <a:avLst/>
            <a:gdLst/>
            <a:ahLst/>
            <a:cxnLst/>
            <a:rect r="r" b="b" t="t" l="l"/>
            <a:pathLst>
              <a:path h="6462625" w="7627562">
                <a:moveTo>
                  <a:pt x="0" y="0"/>
                </a:moveTo>
                <a:lnTo>
                  <a:pt x="7627562" y="0"/>
                </a:lnTo>
                <a:lnTo>
                  <a:pt x="7627562" y="6462625"/>
                </a:lnTo>
                <a:lnTo>
                  <a:pt x="0" y="6462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31852" y="4128738"/>
            <a:ext cx="1633999" cy="1692466"/>
          </a:xfrm>
          <a:custGeom>
            <a:avLst/>
            <a:gdLst/>
            <a:ahLst/>
            <a:cxnLst/>
            <a:rect r="r" b="b" t="t" l="l"/>
            <a:pathLst>
              <a:path h="1692466" w="1633999">
                <a:moveTo>
                  <a:pt x="0" y="0"/>
                </a:moveTo>
                <a:lnTo>
                  <a:pt x="1633999" y="0"/>
                </a:lnTo>
                <a:lnTo>
                  <a:pt x="1633999" y="1692467"/>
                </a:lnTo>
                <a:lnTo>
                  <a:pt x="0" y="1692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9800" y="8454088"/>
            <a:ext cx="7152052" cy="7087033"/>
          </a:xfrm>
          <a:custGeom>
            <a:avLst/>
            <a:gdLst/>
            <a:ahLst/>
            <a:cxnLst/>
            <a:rect r="r" b="b" t="t" l="l"/>
            <a:pathLst>
              <a:path h="7087033" w="7152052">
                <a:moveTo>
                  <a:pt x="0" y="0"/>
                </a:moveTo>
                <a:lnTo>
                  <a:pt x="7152052" y="0"/>
                </a:lnTo>
                <a:lnTo>
                  <a:pt x="7152052" y="7087034"/>
                </a:lnTo>
                <a:lnTo>
                  <a:pt x="0" y="708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7545" y="-1017884"/>
            <a:ext cx="3052910" cy="2569995"/>
          </a:xfrm>
          <a:custGeom>
            <a:avLst/>
            <a:gdLst/>
            <a:ahLst/>
            <a:cxnLst/>
            <a:rect r="r" b="b" t="t" l="l"/>
            <a:pathLst>
              <a:path h="2569995" w="3052910">
                <a:moveTo>
                  <a:pt x="0" y="0"/>
                </a:moveTo>
                <a:lnTo>
                  <a:pt x="3052910" y="0"/>
                </a:lnTo>
                <a:lnTo>
                  <a:pt x="3052910" y="2569996"/>
                </a:lnTo>
                <a:lnTo>
                  <a:pt x="0" y="25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32548" y="8276396"/>
            <a:ext cx="7536935" cy="4946970"/>
          </a:xfrm>
          <a:custGeom>
            <a:avLst/>
            <a:gdLst/>
            <a:ahLst/>
            <a:cxnLst/>
            <a:rect r="r" b="b" t="t" l="l"/>
            <a:pathLst>
              <a:path h="4946970" w="7536935">
                <a:moveTo>
                  <a:pt x="0" y="0"/>
                </a:moveTo>
                <a:lnTo>
                  <a:pt x="7536934" y="0"/>
                </a:lnTo>
                <a:lnTo>
                  <a:pt x="7536934" y="4946970"/>
                </a:lnTo>
                <a:lnTo>
                  <a:pt x="0" y="4946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7215">
            <a:off x="-570593" y="8923046"/>
            <a:ext cx="2262122" cy="1369612"/>
          </a:xfrm>
          <a:custGeom>
            <a:avLst/>
            <a:gdLst/>
            <a:ahLst/>
            <a:cxnLst/>
            <a:rect r="r" b="b" t="t" l="l"/>
            <a:pathLst>
              <a:path h="1369612" w="2262122">
                <a:moveTo>
                  <a:pt x="0" y="0"/>
                </a:moveTo>
                <a:lnTo>
                  <a:pt x="2262122" y="0"/>
                </a:lnTo>
                <a:lnTo>
                  <a:pt x="2262122" y="1369612"/>
                </a:lnTo>
                <a:lnTo>
                  <a:pt x="0" y="1369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1852" y="9108566"/>
            <a:ext cx="4030989" cy="4114800"/>
          </a:xfrm>
          <a:custGeom>
            <a:avLst/>
            <a:gdLst/>
            <a:ahLst/>
            <a:cxnLst/>
            <a:rect r="r" b="b" t="t" l="l"/>
            <a:pathLst>
              <a:path h="4114800" w="4030989">
                <a:moveTo>
                  <a:pt x="0" y="0"/>
                </a:moveTo>
                <a:lnTo>
                  <a:pt x="4030989" y="0"/>
                </a:lnTo>
                <a:lnTo>
                  <a:pt x="4030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7744" y="9331042"/>
            <a:ext cx="3128698" cy="3352540"/>
          </a:xfrm>
          <a:custGeom>
            <a:avLst/>
            <a:gdLst/>
            <a:ahLst/>
            <a:cxnLst/>
            <a:rect r="r" b="b" t="t" l="l"/>
            <a:pathLst>
              <a:path h="3352540" w="3128698">
                <a:moveTo>
                  <a:pt x="0" y="0"/>
                </a:moveTo>
                <a:lnTo>
                  <a:pt x="3128698" y="0"/>
                </a:lnTo>
                <a:lnTo>
                  <a:pt x="3128698" y="3352540"/>
                </a:lnTo>
                <a:lnTo>
                  <a:pt x="0" y="33525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06722" y="2162195"/>
            <a:ext cx="7674556" cy="16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879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發想緣由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05536" y="4631582"/>
            <a:ext cx="9276929" cy="2344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323">
                <a:solidFill>
                  <a:srgbClr val="2F2E2E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本人有一點拖延症，所以甚麼事都要到最後才做。再加上平常喜歡看一些任務冒險類的漫畫或小說，所以才想做一個完成任務能加經驗值的任務系統，以此來減少自己拖延的壞習慣。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7296" y="9331042"/>
            <a:ext cx="1573407" cy="1504749"/>
          </a:xfrm>
          <a:custGeom>
            <a:avLst/>
            <a:gdLst/>
            <a:ahLst/>
            <a:cxnLst/>
            <a:rect r="r" b="b" t="t" l="l"/>
            <a:pathLst>
              <a:path h="1504749" w="1573407">
                <a:moveTo>
                  <a:pt x="0" y="0"/>
                </a:moveTo>
                <a:lnTo>
                  <a:pt x="1573408" y="0"/>
                </a:lnTo>
                <a:lnTo>
                  <a:pt x="1573408" y="1504749"/>
                </a:lnTo>
                <a:lnTo>
                  <a:pt x="0" y="15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9066" y="8033070"/>
            <a:ext cx="6991137" cy="5082948"/>
          </a:xfrm>
          <a:custGeom>
            <a:avLst/>
            <a:gdLst/>
            <a:ahLst/>
            <a:cxnLst/>
            <a:rect r="r" b="b" t="t" l="l"/>
            <a:pathLst>
              <a:path h="5082948" w="6991137">
                <a:moveTo>
                  <a:pt x="0" y="0"/>
                </a:moveTo>
                <a:lnTo>
                  <a:pt x="6991137" y="0"/>
                </a:lnTo>
                <a:lnTo>
                  <a:pt x="6991137" y="5082948"/>
                </a:lnTo>
                <a:lnTo>
                  <a:pt x="0" y="50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486" y="887293"/>
            <a:ext cx="1996660" cy="1829667"/>
          </a:xfrm>
          <a:custGeom>
            <a:avLst/>
            <a:gdLst/>
            <a:ahLst/>
            <a:cxnLst/>
            <a:rect r="r" b="b" t="t" l="l"/>
            <a:pathLst>
              <a:path h="1829667" w="1996660">
                <a:moveTo>
                  <a:pt x="0" y="0"/>
                </a:moveTo>
                <a:lnTo>
                  <a:pt x="1996660" y="0"/>
                </a:lnTo>
                <a:lnTo>
                  <a:pt x="1996660" y="1829667"/>
                </a:lnTo>
                <a:lnTo>
                  <a:pt x="0" y="182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45519" y="8033070"/>
            <a:ext cx="7627562" cy="6462625"/>
          </a:xfrm>
          <a:custGeom>
            <a:avLst/>
            <a:gdLst/>
            <a:ahLst/>
            <a:cxnLst/>
            <a:rect r="r" b="b" t="t" l="l"/>
            <a:pathLst>
              <a:path h="6462625" w="7627562">
                <a:moveTo>
                  <a:pt x="0" y="0"/>
                </a:moveTo>
                <a:lnTo>
                  <a:pt x="7627562" y="0"/>
                </a:lnTo>
                <a:lnTo>
                  <a:pt x="7627562" y="6462625"/>
                </a:lnTo>
                <a:lnTo>
                  <a:pt x="0" y="6462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31852" y="4128738"/>
            <a:ext cx="1633999" cy="1692466"/>
          </a:xfrm>
          <a:custGeom>
            <a:avLst/>
            <a:gdLst/>
            <a:ahLst/>
            <a:cxnLst/>
            <a:rect r="r" b="b" t="t" l="l"/>
            <a:pathLst>
              <a:path h="1692466" w="1633999">
                <a:moveTo>
                  <a:pt x="0" y="0"/>
                </a:moveTo>
                <a:lnTo>
                  <a:pt x="1633999" y="0"/>
                </a:lnTo>
                <a:lnTo>
                  <a:pt x="1633999" y="1692467"/>
                </a:lnTo>
                <a:lnTo>
                  <a:pt x="0" y="1692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9800" y="8454088"/>
            <a:ext cx="7152052" cy="7087033"/>
          </a:xfrm>
          <a:custGeom>
            <a:avLst/>
            <a:gdLst/>
            <a:ahLst/>
            <a:cxnLst/>
            <a:rect r="r" b="b" t="t" l="l"/>
            <a:pathLst>
              <a:path h="7087033" w="7152052">
                <a:moveTo>
                  <a:pt x="0" y="0"/>
                </a:moveTo>
                <a:lnTo>
                  <a:pt x="7152052" y="0"/>
                </a:lnTo>
                <a:lnTo>
                  <a:pt x="7152052" y="7087034"/>
                </a:lnTo>
                <a:lnTo>
                  <a:pt x="0" y="708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7545" y="-1017884"/>
            <a:ext cx="3052910" cy="2569995"/>
          </a:xfrm>
          <a:custGeom>
            <a:avLst/>
            <a:gdLst/>
            <a:ahLst/>
            <a:cxnLst/>
            <a:rect r="r" b="b" t="t" l="l"/>
            <a:pathLst>
              <a:path h="2569995" w="3052910">
                <a:moveTo>
                  <a:pt x="0" y="0"/>
                </a:moveTo>
                <a:lnTo>
                  <a:pt x="3052910" y="0"/>
                </a:lnTo>
                <a:lnTo>
                  <a:pt x="3052910" y="2569996"/>
                </a:lnTo>
                <a:lnTo>
                  <a:pt x="0" y="25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32548" y="8276396"/>
            <a:ext cx="7536935" cy="4946970"/>
          </a:xfrm>
          <a:custGeom>
            <a:avLst/>
            <a:gdLst/>
            <a:ahLst/>
            <a:cxnLst/>
            <a:rect r="r" b="b" t="t" l="l"/>
            <a:pathLst>
              <a:path h="4946970" w="7536935">
                <a:moveTo>
                  <a:pt x="0" y="0"/>
                </a:moveTo>
                <a:lnTo>
                  <a:pt x="7536934" y="0"/>
                </a:lnTo>
                <a:lnTo>
                  <a:pt x="7536934" y="4946970"/>
                </a:lnTo>
                <a:lnTo>
                  <a:pt x="0" y="4946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7215">
            <a:off x="-570593" y="8923046"/>
            <a:ext cx="2262122" cy="1369612"/>
          </a:xfrm>
          <a:custGeom>
            <a:avLst/>
            <a:gdLst/>
            <a:ahLst/>
            <a:cxnLst/>
            <a:rect r="r" b="b" t="t" l="l"/>
            <a:pathLst>
              <a:path h="1369612" w="2262122">
                <a:moveTo>
                  <a:pt x="0" y="0"/>
                </a:moveTo>
                <a:lnTo>
                  <a:pt x="2262122" y="0"/>
                </a:lnTo>
                <a:lnTo>
                  <a:pt x="2262122" y="1369612"/>
                </a:lnTo>
                <a:lnTo>
                  <a:pt x="0" y="1369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1852" y="9108566"/>
            <a:ext cx="4030989" cy="4114800"/>
          </a:xfrm>
          <a:custGeom>
            <a:avLst/>
            <a:gdLst/>
            <a:ahLst/>
            <a:cxnLst/>
            <a:rect r="r" b="b" t="t" l="l"/>
            <a:pathLst>
              <a:path h="4114800" w="4030989">
                <a:moveTo>
                  <a:pt x="0" y="0"/>
                </a:moveTo>
                <a:lnTo>
                  <a:pt x="4030989" y="0"/>
                </a:lnTo>
                <a:lnTo>
                  <a:pt x="4030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7744" y="9331042"/>
            <a:ext cx="3128698" cy="3352540"/>
          </a:xfrm>
          <a:custGeom>
            <a:avLst/>
            <a:gdLst/>
            <a:ahLst/>
            <a:cxnLst/>
            <a:rect r="r" b="b" t="t" l="l"/>
            <a:pathLst>
              <a:path h="3352540" w="3128698">
                <a:moveTo>
                  <a:pt x="0" y="0"/>
                </a:moveTo>
                <a:lnTo>
                  <a:pt x="3128698" y="0"/>
                </a:lnTo>
                <a:lnTo>
                  <a:pt x="3128698" y="3352540"/>
                </a:lnTo>
                <a:lnTo>
                  <a:pt x="0" y="33525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02902" y="3990587"/>
            <a:ext cx="1006851" cy="1152913"/>
          </a:xfrm>
          <a:custGeom>
            <a:avLst/>
            <a:gdLst/>
            <a:ahLst/>
            <a:cxnLst/>
            <a:rect r="r" b="b" t="t" l="l"/>
            <a:pathLst>
              <a:path h="1152913" w="1006851">
                <a:moveTo>
                  <a:pt x="0" y="0"/>
                </a:moveTo>
                <a:lnTo>
                  <a:pt x="1006851" y="0"/>
                </a:lnTo>
                <a:lnTo>
                  <a:pt x="1006851" y="1152913"/>
                </a:lnTo>
                <a:lnTo>
                  <a:pt x="0" y="115291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96305" y="3990587"/>
            <a:ext cx="6870448" cy="2988705"/>
          </a:xfrm>
          <a:custGeom>
            <a:avLst/>
            <a:gdLst/>
            <a:ahLst/>
            <a:cxnLst/>
            <a:rect r="r" b="b" t="t" l="l"/>
            <a:pathLst>
              <a:path h="2988705" w="6870448">
                <a:moveTo>
                  <a:pt x="0" y="0"/>
                </a:moveTo>
                <a:lnTo>
                  <a:pt x="6870448" y="0"/>
                </a:lnTo>
                <a:lnTo>
                  <a:pt x="6870448" y="2988705"/>
                </a:lnTo>
                <a:lnTo>
                  <a:pt x="0" y="29887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-1561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306722" y="1398498"/>
            <a:ext cx="7674556" cy="16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879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功能介紹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12763" y="4167120"/>
            <a:ext cx="11279263" cy="65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38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測驗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12763" y="5295808"/>
            <a:ext cx="3330147" cy="149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2F2E2E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測驗採25題多選題，根據選項來判定初始等級。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7296" y="9331042"/>
            <a:ext cx="1573407" cy="1504749"/>
          </a:xfrm>
          <a:custGeom>
            <a:avLst/>
            <a:gdLst/>
            <a:ahLst/>
            <a:cxnLst/>
            <a:rect r="r" b="b" t="t" l="l"/>
            <a:pathLst>
              <a:path h="1504749" w="1573407">
                <a:moveTo>
                  <a:pt x="0" y="0"/>
                </a:moveTo>
                <a:lnTo>
                  <a:pt x="1573408" y="0"/>
                </a:lnTo>
                <a:lnTo>
                  <a:pt x="1573408" y="1504749"/>
                </a:lnTo>
                <a:lnTo>
                  <a:pt x="0" y="15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9066" y="8033070"/>
            <a:ext cx="6991137" cy="5082948"/>
          </a:xfrm>
          <a:custGeom>
            <a:avLst/>
            <a:gdLst/>
            <a:ahLst/>
            <a:cxnLst/>
            <a:rect r="r" b="b" t="t" l="l"/>
            <a:pathLst>
              <a:path h="5082948" w="6991137">
                <a:moveTo>
                  <a:pt x="0" y="0"/>
                </a:moveTo>
                <a:lnTo>
                  <a:pt x="6991137" y="0"/>
                </a:lnTo>
                <a:lnTo>
                  <a:pt x="6991137" y="5082948"/>
                </a:lnTo>
                <a:lnTo>
                  <a:pt x="0" y="50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486" y="887293"/>
            <a:ext cx="1996660" cy="1829667"/>
          </a:xfrm>
          <a:custGeom>
            <a:avLst/>
            <a:gdLst/>
            <a:ahLst/>
            <a:cxnLst/>
            <a:rect r="r" b="b" t="t" l="l"/>
            <a:pathLst>
              <a:path h="1829667" w="1996660">
                <a:moveTo>
                  <a:pt x="0" y="0"/>
                </a:moveTo>
                <a:lnTo>
                  <a:pt x="1996660" y="0"/>
                </a:lnTo>
                <a:lnTo>
                  <a:pt x="1996660" y="1829667"/>
                </a:lnTo>
                <a:lnTo>
                  <a:pt x="0" y="182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45519" y="8033070"/>
            <a:ext cx="7627562" cy="6462625"/>
          </a:xfrm>
          <a:custGeom>
            <a:avLst/>
            <a:gdLst/>
            <a:ahLst/>
            <a:cxnLst/>
            <a:rect r="r" b="b" t="t" l="l"/>
            <a:pathLst>
              <a:path h="6462625" w="7627562">
                <a:moveTo>
                  <a:pt x="0" y="0"/>
                </a:moveTo>
                <a:lnTo>
                  <a:pt x="7627562" y="0"/>
                </a:lnTo>
                <a:lnTo>
                  <a:pt x="7627562" y="6462625"/>
                </a:lnTo>
                <a:lnTo>
                  <a:pt x="0" y="6462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31852" y="4128738"/>
            <a:ext cx="1633999" cy="1692466"/>
          </a:xfrm>
          <a:custGeom>
            <a:avLst/>
            <a:gdLst/>
            <a:ahLst/>
            <a:cxnLst/>
            <a:rect r="r" b="b" t="t" l="l"/>
            <a:pathLst>
              <a:path h="1692466" w="1633999">
                <a:moveTo>
                  <a:pt x="0" y="0"/>
                </a:moveTo>
                <a:lnTo>
                  <a:pt x="1633999" y="0"/>
                </a:lnTo>
                <a:lnTo>
                  <a:pt x="1633999" y="1692467"/>
                </a:lnTo>
                <a:lnTo>
                  <a:pt x="0" y="1692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9800" y="8454088"/>
            <a:ext cx="7152052" cy="7087033"/>
          </a:xfrm>
          <a:custGeom>
            <a:avLst/>
            <a:gdLst/>
            <a:ahLst/>
            <a:cxnLst/>
            <a:rect r="r" b="b" t="t" l="l"/>
            <a:pathLst>
              <a:path h="7087033" w="7152052">
                <a:moveTo>
                  <a:pt x="0" y="0"/>
                </a:moveTo>
                <a:lnTo>
                  <a:pt x="7152052" y="0"/>
                </a:lnTo>
                <a:lnTo>
                  <a:pt x="7152052" y="7087034"/>
                </a:lnTo>
                <a:lnTo>
                  <a:pt x="0" y="708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7545" y="-1017884"/>
            <a:ext cx="3052910" cy="2569995"/>
          </a:xfrm>
          <a:custGeom>
            <a:avLst/>
            <a:gdLst/>
            <a:ahLst/>
            <a:cxnLst/>
            <a:rect r="r" b="b" t="t" l="l"/>
            <a:pathLst>
              <a:path h="2569995" w="3052910">
                <a:moveTo>
                  <a:pt x="0" y="0"/>
                </a:moveTo>
                <a:lnTo>
                  <a:pt x="3052910" y="0"/>
                </a:lnTo>
                <a:lnTo>
                  <a:pt x="3052910" y="2569996"/>
                </a:lnTo>
                <a:lnTo>
                  <a:pt x="0" y="25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32548" y="8276396"/>
            <a:ext cx="7536935" cy="4946970"/>
          </a:xfrm>
          <a:custGeom>
            <a:avLst/>
            <a:gdLst/>
            <a:ahLst/>
            <a:cxnLst/>
            <a:rect r="r" b="b" t="t" l="l"/>
            <a:pathLst>
              <a:path h="4946970" w="7536935">
                <a:moveTo>
                  <a:pt x="0" y="0"/>
                </a:moveTo>
                <a:lnTo>
                  <a:pt x="7536934" y="0"/>
                </a:lnTo>
                <a:lnTo>
                  <a:pt x="7536934" y="4946970"/>
                </a:lnTo>
                <a:lnTo>
                  <a:pt x="0" y="4946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7215">
            <a:off x="-570593" y="8923046"/>
            <a:ext cx="2262122" cy="1369612"/>
          </a:xfrm>
          <a:custGeom>
            <a:avLst/>
            <a:gdLst/>
            <a:ahLst/>
            <a:cxnLst/>
            <a:rect r="r" b="b" t="t" l="l"/>
            <a:pathLst>
              <a:path h="1369612" w="2262122">
                <a:moveTo>
                  <a:pt x="0" y="0"/>
                </a:moveTo>
                <a:lnTo>
                  <a:pt x="2262122" y="0"/>
                </a:lnTo>
                <a:lnTo>
                  <a:pt x="2262122" y="1369612"/>
                </a:lnTo>
                <a:lnTo>
                  <a:pt x="0" y="1369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1852" y="9108566"/>
            <a:ext cx="4030989" cy="4114800"/>
          </a:xfrm>
          <a:custGeom>
            <a:avLst/>
            <a:gdLst/>
            <a:ahLst/>
            <a:cxnLst/>
            <a:rect r="r" b="b" t="t" l="l"/>
            <a:pathLst>
              <a:path h="4114800" w="4030989">
                <a:moveTo>
                  <a:pt x="0" y="0"/>
                </a:moveTo>
                <a:lnTo>
                  <a:pt x="4030989" y="0"/>
                </a:lnTo>
                <a:lnTo>
                  <a:pt x="4030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7744" y="9331042"/>
            <a:ext cx="3128698" cy="3352540"/>
          </a:xfrm>
          <a:custGeom>
            <a:avLst/>
            <a:gdLst/>
            <a:ahLst/>
            <a:cxnLst/>
            <a:rect r="r" b="b" t="t" l="l"/>
            <a:pathLst>
              <a:path h="3352540" w="3128698">
                <a:moveTo>
                  <a:pt x="0" y="0"/>
                </a:moveTo>
                <a:lnTo>
                  <a:pt x="3128698" y="0"/>
                </a:lnTo>
                <a:lnTo>
                  <a:pt x="3128698" y="3352540"/>
                </a:lnTo>
                <a:lnTo>
                  <a:pt x="0" y="33525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3720761"/>
            <a:ext cx="1006851" cy="1152913"/>
          </a:xfrm>
          <a:custGeom>
            <a:avLst/>
            <a:gdLst/>
            <a:ahLst/>
            <a:cxnLst/>
            <a:rect r="r" b="b" t="t" l="l"/>
            <a:pathLst>
              <a:path h="1152913" w="1006851">
                <a:moveTo>
                  <a:pt x="0" y="0"/>
                </a:moveTo>
                <a:lnTo>
                  <a:pt x="1006851" y="0"/>
                </a:lnTo>
                <a:lnTo>
                  <a:pt x="1006851" y="1152913"/>
                </a:lnTo>
                <a:lnTo>
                  <a:pt x="0" y="115291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04634" y="3625073"/>
            <a:ext cx="9487907" cy="830192"/>
          </a:xfrm>
          <a:custGeom>
            <a:avLst/>
            <a:gdLst/>
            <a:ahLst/>
            <a:cxnLst/>
            <a:rect r="r" b="b" t="t" l="l"/>
            <a:pathLst>
              <a:path h="830192" w="9487907">
                <a:moveTo>
                  <a:pt x="0" y="0"/>
                </a:moveTo>
                <a:lnTo>
                  <a:pt x="9487908" y="0"/>
                </a:lnTo>
                <a:lnTo>
                  <a:pt x="9487908" y="830192"/>
                </a:lnTo>
                <a:lnTo>
                  <a:pt x="0" y="83019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61946" y="4693148"/>
            <a:ext cx="5819332" cy="4415418"/>
          </a:xfrm>
          <a:custGeom>
            <a:avLst/>
            <a:gdLst/>
            <a:ahLst/>
            <a:cxnLst/>
            <a:rect r="r" b="b" t="t" l="l"/>
            <a:pathLst>
              <a:path h="4415418" w="5819332">
                <a:moveTo>
                  <a:pt x="0" y="0"/>
                </a:moveTo>
                <a:lnTo>
                  <a:pt x="5819332" y="0"/>
                </a:lnTo>
                <a:lnTo>
                  <a:pt x="5819332" y="4415418"/>
                </a:lnTo>
                <a:lnTo>
                  <a:pt x="0" y="441541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306722" y="1398498"/>
            <a:ext cx="7674556" cy="16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879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功能介紹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38561" y="3897294"/>
            <a:ext cx="11279263" cy="65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38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新增任務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38561" y="5025981"/>
            <a:ext cx="3330147" cy="200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2F2E2E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新增任務，分為每周/每月/特殊任務，不同任務有不同的積分以及條件。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7296" y="9331042"/>
            <a:ext cx="1573407" cy="1504749"/>
          </a:xfrm>
          <a:custGeom>
            <a:avLst/>
            <a:gdLst/>
            <a:ahLst/>
            <a:cxnLst/>
            <a:rect r="r" b="b" t="t" l="l"/>
            <a:pathLst>
              <a:path h="1504749" w="1573407">
                <a:moveTo>
                  <a:pt x="0" y="0"/>
                </a:moveTo>
                <a:lnTo>
                  <a:pt x="1573408" y="0"/>
                </a:lnTo>
                <a:lnTo>
                  <a:pt x="1573408" y="1504749"/>
                </a:lnTo>
                <a:lnTo>
                  <a:pt x="0" y="15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9066" y="8033070"/>
            <a:ext cx="6991137" cy="5082948"/>
          </a:xfrm>
          <a:custGeom>
            <a:avLst/>
            <a:gdLst/>
            <a:ahLst/>
            <a:cxnLst/>
            <a:rect r="r" b="b" t="t" l="l"/>
            <a:pathLst>
              <a:path h="5082948" w="6991137">
                <a:moveTo>
                  <a:pt x="0" y="0"/>
                </a:moveTo>
                <a:lnTo>
                  <a:pt x="6991137" y="0"/>
                </a:lnTo>
                <a:lnTo>
                  <a:pt x="6991137" y="5082948"/>
                </a:lnTo>
                <a:lnTo>
                  <a:pt x="0" y="50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486" y="887293"/>
            <a:ext cx="1996660" cy="1829667"/>
          </a:xfrm>
          <a:custGeom>
            <a:avLst/>
            <a:gdLst/>
            <a:ahLst/>
            <a:cxnLst/>
            <a:rect r="r" b="b" t="t" l="l"/>
            <a:pathLst>
              <a:path h="1829667" w="1996660">
                <a:moveTo>
                  <a:pt x="0" y="0"/>
                </a:moveTo>
                <a:lnTo>
                  <a:pt x="1996660" y="0"/>
                </a:lnTo>
                <a:lnTo>
                  <a:pt x="1996660" y="1829667"/>
                </a:lnTo>
                <a:lnTo>
                  <a:pt x="0" y="182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45519" y="8033070"/>
            <a:ext cx="7627562" cy="6462625"/>
          </a:xfrm>
          <a:custGeom>
            <a:avLst/>
            <a:gdLst/>
            <a:ahLst/>
            <a:cxnLst/>
            <a:rect r="r" b="b" t="t" l="l"/>
            <a:pathLst>
              <a:path h="6462625" w="7627562">
                <a:moveTo>
                  <a:pt x="0" y="0"/>
                </a:moveTo>
                <a:lnTo>
                  <a:pt x="7627562" y="0"/>
                </a:lnTo>
                <a:lnTo>
                  <a:pt x="7627562" y="6462625"/>
                </a:lnTo>
                <a:lnTo>
                  <a:pt x="0" y="6462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31852" y="4128738"/>
            <a:ext cx="1633999" cy="1692466"/>
          </a:xfrm>
          <a:custGeom>
            <a:avLst/>
            <a:gdLst/>
            <a:ahLst/>
            <a:cxnLst/>
            <a:rect r="r" b="b" t="t" l="l"/>
            <a:pathLst>
              <a:path h="1692466" w="1633999">
                <a:moveTo>
                  <a:pt x="0" y="0"/>
                </a:moveTo>
                <a:lnTo>
                  <a:pt x="1633999" y="0"/>
                </a:lnTo>
                <a:lnTo>
                  <a:pt x="1633999" y="1692467"/>
                </a:lnTo>
                <a:lnTo>
                  <a:pt x="0" y="1692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9800" y="8454088"/>
            <a:ext cx="7152052" cy="7087033"/>
          </a:xfrm>
          <a:custGeom>
            <a:avLst/>
            <a:gdLst/>
            <a:ahLst/>
            <a:cxnLst/>
            <a:rect r="r" b="b" t="t" l="l"/>
            <a:pathLst>
              <a:path h="7087033" w="7152052">
                <a:moveTo>
                  <a:pt x="0" y="0"/>
                </a:moveTo>
                <a:lnTo>
                  <a:pt x="7152052" y="0"/>
                </a:lnTo>
                <a:lnTo>
                  <a:pt x="7152052" y="7087034"/>
                </a:lnTo>
                <a:lnTo>
                  <a:pt x="0" y="708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7545" y="-1017884"/>
            <a:ext cx="3052910" cy="2569995"/>
          </a:xfrm>
          <a:custGeom>
            <a:avLst/>
            <a:gdLst/>
            <a:ahLst/>
            <a:cxnLst/>
            <a:rect r="r" b="b" t="t" l="l"/>
            <a:pathLst>
              <a:path h="2569995" w="3052910">
                <a:moveTo>
                  <a:pt x="0" y="0"/>
                </a:moveTo>
                <a:lnTo>
                  <a:pt x="3052910" y="0"/>
                </a:lnTo>
                <a:lnTo>
                  <a:pt x="3052910" y="2569996"/>
                </a:lnTo>
                <a:lnTo>
                  <a:pt x="0" y="25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32548" y="8276396"/>
            <a:ext cx="7536935" cy="4946970"/>
          </a:xfrm>
          <a:custGeom>
            <a:avLst/>
            <a:gdLst/>
            <a:ahLst/>
            <a:cxnLst/>
            <a:rect r="r" b="b" t="t" l="l"/>
            <a:pathLst>
              <a:path h="4946970" w="7536935">
                <a:moveTo>
                  <a:pt x="0" y="0"/>
                </a:moveTo>
                <a:lnTo>
                  <a:pt x="7536934" y="0"/>
                </a:lnTo>
                <a:lnTo>
                  <a:pt x="7536934" y="4946970"/>
                </a:lnTo>
                <a:lnTo>
                  <a:pt x="0" y="4946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7215">
            <a:off x="-570593" y="8923046"/>
            <a:ext cx="2262122" cy="1369612"/>
          </a:xfrm>
          <a:custGeom>
            <a:avLst/>
            <a:gdLst/>
            <a:ahLst/>
            <a:cxnLst/>
            <a:rect r="r" b="b" t="t" l="l"/>
            <a:pathLst>
              <a:path h="1369612" w="2262122">
                <a:moveTo>
                  <a:pt x="0" y="0"/>
                </a:moveTo>
                <a:lnTo>
                  <a:pt x="2262122" y="0"/>
                </a:lnTo>
                <a:lnTo>
                  <a:pt x="2262122" y="1369612"/>
                </a:lnTo>
                <a:lnTo>
                  <a:pt x="0" y="1369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1852" y="9108566"/>
            <a:ext cx="4030989" cy="4114800"/>
          </a:xfrm>
          <a:custGeom>
            <a:avLst/>
            <a:gdLst/>
            <a:ahLst/>
            <a:cxnLst/>
            <a:rect r="r" b="b" t="t" l="l"/>
            <a:pathLst>
              <a:path h="4114800" w="4030989">
                <a:moveTo>
                  <a:pt x="0" y="0"/>
                </a:moveTo>
                <a:lnTo>
                  <a:pt x="4030989" y="0"/>
                </a:lnTo>
                <a:lnTo>
                  <a:pt x="4030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7744" y="9331042"/>
            <a:ext cx="3128698" cy="3352540"/>
          </a:xfrm>
          <a:custGeom>
            <a:avLst/>
            <a:gdLst/>
            <a:ahLst/>
            <a:cxnLst/>
            <a:rect r="r" b="b" t="t" l="l"/>
            <a:pathLst>
              <a:path h="3352540" w="3128698">
                <a:moveTo>
                  <a:pt x="0" y="0"/>
                </a:moveTo>
                <a:lnTo>
                  <a:pt x="3128698" y="0"/>
                </a:lnTo>
                <a:lnTo>
                  <a:pt x="3128698" y="3352540"/>
                </a:lnTo>
                <a:lnTo>
                  <a:pt x="0" y="33525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863983" y="3990587"/>
            <a:ext cx="1006851" cy="1152913"/>
          </a:xfrm>
          <a:custGeom>
            <a:avLst/>
            <a:gdLst/>
            <a:ahLst/>
            <a:cxnLst/>
            <a:rect r="r" b="b" t="t" l="l"/>
            <a:pathLst>
              <a:path h="1152913" w="1006851">
                <a:moveTo>
                  <a:pt x="0" y="0"/>
                </a:moveTo>
                <a:lnTo>
                  <a:pt x="1006851" y="0"/>
                </a:lnTo>
                <a:lnTo>
                  <a:pt x="1006851" y="1152913"/>
                </a:lnTo>
                <a:lnTo>
                  <a:pt x="0" y="115291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56442" y="3433041"/>
            <a:ext cx="6925582" cy="5021047"/>
          </a:xfrm>
          <a:custGeom>
            <a:avLst/>
            <a:gdLst/>
            <a:ahLst/>
            <a:cxnLst/>
            <a:rect r="r" b="b" t="t" l="l"/>
            <a:pathLst>
              <a:path h="5021047" w="6925582">
                <a:moveTo>
                  <a:pt x="0" y="0"/>
                </a:moveTo>
                <a:lnTo>
                  <a:pt x="6925582" y="0"/>
                </a:lnTo>
                <a:lnTo>
                  <a:pt x="6925582" y="5021047"/>
                </a:lnTo>
                <a:lnTo>
                  <a:pt x="0" y="502104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49352" y="3990587"/>
            <a:ext cx="759416" cy="833505"/>
          </a:xfrm>
          <a:custGeom>
            <a:avLst/>
            <a:gdLst/>
            <a:ahLst/>
            <a:cxnLst/>
            <a:rect r="r" b="b" t="t" l="l"/>
            <a:pathLst>
              <a:path h="833505" w="759416">
                <a:moveTo>
                  <a:pt x="0" y="0"/>
                </a:moveTo>
                <a:lnTo>
                  <a:pt x="759415" y="0"/>
                </a:lnTo>
                <a:lnTo>
                  <a:pt x="759415" y="833505"/>
                </a:lnTo>
                <a:lnTo>
                  <a:pt x="0" y="8335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373844" y="4167120"/>
            <a:ext cx="11279263" cy="65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38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修改任務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06722" y="1398498"/>
            <a:ext cx="7674556" cy="16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879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功能介紹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73844" y="5295808"/>
            <a:ext cx="3330147" cy="99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2F2E2E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透過SQL讀取任務資料以便修改。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7296" y="9331042"/>
            <a:ext cx="1573407" cy="1504749"/>
          </a:xfrm>
          <a:custGeom>
            <a:avLst/>
            <a:gdLst/>
            <a:ahLst/>
            <a:cxnLst/>
            <a:rect r="r" b="b" t="t" l="l"/>
            <a:pathLst>
              <a:path h="1504749" w="1573407">
                <a:moveTo>
                  <a:pt x="0" y="0"/>
                </a:moveTo>
                <a:lnTo>
                  <a:pt x="1573408" y="0"/>
                </a:lnTo>
                <a:lnTo>
                  <a:pt x="1573408" y="1504749"/>
                </a:lnTo>
                <a:lnTo>
                  <a:pt x="0" y="15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9066" y="8033070"/>
            <a:ext cx="6991137" cy="5082948"/>
          </a:xfrm>
          <a:custGeom>
            <a:avLst/>
            <a:gdLst/>
            <a:ahLst/>
            <a:cxnLst/>
            <a:rect r="r" b="b" t="t" l="l"/>
            <a:pathLst>
              <a:path h="5082948" w="6991137">
                <a:moveTo>
                  <a:pt x="0" y="0"/>
                </a:moveTo>
                <a:lnTo>
                  <a:pt x="6991137" y="0"/>
                </a:lnTo>
                <a:lnTo>
                  <a:pt x="6991137" y="5082948"/>
                </a:lnTo>
                <a:lnTo>
                  <a:pt x="0" y="50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486" y="887293"/>
            <a:ext cx="1996660" cy="1829667"/>
          </a:xfrm>
          <a:custGeom>
            <a:avLst/>
            <a:gdLst/>
            <a:ahLst/>
            <a:cxnLst/>
            <a:rect r="r" b="b" t="t" l="l"/>
            <a:pathLst>
              <a:path h="1829667" w="1996660">
                <a:moveTo>
                  <a:pt x="0" y="0"/>
                </a:moveTo>
                <a:lnTo>
                  <a:pt x="1996660" y="0"/>
                </a:lnTo>
                <a:lnTo>
                  <a:pt x="1996660" y="1829667"/>
                </a:lnTo>
                <a:lnTo>
                  <a:pt x="0" y="182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45519" y="8033070"/>
            <a:ext cx="7627562" cy="6462625"/>
          </a:xfrm>
          <a:custGeom>
            <a:avLst/>
            <a:gdLst/>
            <a:ahLst/>
            <a:cxnLst/>
            <a:rect r="r" b="b" t="t" l="l"/>
            <a:pathLst>
              <a:path h="6462625" w="7627562">
                <a:moveTo>
                  <a:pt x="0" y="0"/>
                </a:moveTo>
                <a:lnTo>
                  <a:pt x="7627562" y="0"/>
                </a:lnTo>
                <a:lnTo>
                  <a:pt x="7627562" y="6462625"/>
                </a:lnTo>
                <a:lnTo>
                  <a:pt x="0" y="6462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31852" y="3390665"/>
            <a:ext cx="1633999" cy="1692466"/>
          </a:xfrm>
          <a:custGeom>
            <a:avLst/>
            <a:gdLst/>
            <a:ahLst/>
            <a:cxnLst/>
            <a:rect r="r" b="b" t="t" l="l"/>
            <a:pathLst>
              <a:path h="1692466" w="1633999">
                <a:moveTo>
                  <a:pt x="0" y="0"/>
                </a:moveTo>
                <a:lnTo>
                  <a:pt x="1633999" y="0"/>
                </a:lnTo>
                <a:lnTo>
                  <a:pt x="1633999" y="1692466"/>
                </a:lnTo>
                <a:lnTo>
                  <a:pt x="0" y="16924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9800" y="8454088"/>
            <a:ext cx="7152052" cy="7087033"/>
          </a:xfrm>
          <a:custGeom>
            <a:avLst/>
            <a:gdLst/>
            <a:ahLst/>
            <a:cxnLst/>
            <a:rect r="r" b="b" t="t" l="l"/>
            <a:pathLst>
              <a:path h="7087033" w="7152052">
                <a:moveTo>
                  <a:pt x="0" y="0"/>
                </a:moveTo>
                <a:lnTo>
                  <a:pt x="7152052" y="0"/>
                </a:lnTo>
                <a:lnTo>
                  <a:pt x="7152052" y="7087034"/>
                </a:lnTo>
                <a:lnTo>
                  <a:pt x="0" y="708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7545" y="-1017884"/>
            <a:ext cx="3052910" cy="2569995"/>
          </a:xfrm>
          <a:custGeom>
            <a:avLst/>
            <a:gdLst/>
            <a:ahLst/>
            <a:cxnLst/>
            <a:rect r="r" b="b" t="t" l="l"/>
            <a:pathLst>
              <a:path h="2569995" w="3052910">
                <a:moveTo>
                  <a:pt x="0" y="0"/>
                </a:moveTo>
                <a:lnTo>
                  <a:pt x="3052910" y="0"/>
                </a:lnTo>
                <a:lnTo>
                  <a:pt x="3052910" y="2569996"/>
                </a:lnTo>
                <a:lnTo>
                  <a:pt x="0" y="25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32548" y="8276396"/>
            <a:ext cx="7536935" cy="4946970"/>
          </a:xfrm>
          <a:custGeom>
            <a:avLst/>
            <a:gdLst/>
            <a:ahLst/>
            <a:cxnLst/>
            <a:rect r="r" b="b" t="t" l="l"/>
            <a:pathLst>
              <a:path h="4946970" w="7536935">
                <a:moveTo>
                  <a:pt x="0" y="0"/>
                </a:moveTo>
                <a:lnTo>
                  <a:pt x="7536934" y="0"/>
                </a:lnTo>
                <a:lnTo>
                  <a:pt x="7536934" y="4946970"/>
                </a:lnTo>
                <a:lnTo>
                  <a:pt x="0" y="4946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7215">
            <a:off x="-570593" y="8923046"/>
            <a:ext cx="2262122" cy="1369612"/>
          </a:xfrm>
          <a:custGeom>
            <a:avLst/>
            <a:gdLst/>
            <a:ahLst/>
            <a:cxnLst/>
            <a:rect r="r" b="b" t="t" l="l"/>
            <a:pathLst>
              <a:path h="1369612" w="2262122">
                <a:moveTo>
                  <a:pt x="0" y="0"/>
                </a:moveTo>
                <a:lnTo>
                  <a:pt x="2262122" y="0"/>
                </a:lnTo>
                <a:lnTo>
                  <a:pt x="2262122" y="1369612"/>
                </a:lnTo>
                <a:lnTo>
                  <a:pt x="0" y="1369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1852" y="9108566"/>
            <a:ext cx="4030989" cy="4114800"/>
          </a:xfrm>
          <a:custGeom>
            <a:avLst/>
            <a:gdLst/>
            <a:ahLst/>
            <a:cxnLst/>
            <a:rect r="r" b="b" t="t" l="l"/>
            <a:pathLst>
              <a:path h="4114800" w="4030989">
                <a:moveTo>
                  <a:pt x="0" y="0"/>
                </a:moveTo>
                <a:lnTo>
                  <a:pt x="4030989" y="0"/>
                </a:lnTo>
                <a:lnTo>
                  <a:pt x="4030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7744" y="9331042"/>
            <a:ext cx="3128698" cy="3352540"/>
          </a:xfrm>
          <a:custGeom>
            <a:avLst/>
            <a:gdLst/>
            <a:ahLst/>
            <a:cxnLst/>
            <a:rect r="r" b="b" t="t" l="l"/>
            <a:pathLst>
              <a:path h="3352540" w="3128698">
                <a:moveTo>
                  <a:pt x="0" y="0"/>
                </a:moveTo>
                <a:lnTo>
                  <a:pt x="3128698" y="0"/>
                </a:lnTo>
                <a:lnTo>
                  <a:pt x="3128698" y="3352540"/>
                </a:lnTo>
                <a:lnTo>
                  <a:pt x="0" y="33525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35174" y="3720761"/>
            <a:ext cx="1006851" cy="1152913"/>
          </a:xfrm>
          <a:custGeom>
            <a:avLst/>
            <a:gdLst/>
            <a:ahLst/>
            <a:cxnLst/>
            <a:rect r="r" b="b" t="t" l="l"/>
            <a:pathLst>
              <a:path h="1152913" w="1006851">
                <a:moveTo>
                  <a:pt x="0" y="0"/>
                </a:moveTo>
                <a:lnTo>
                  <a:pt x="1006851" y="0"/>
                </a:lnTo>
                <a:lnTo>
                  <a:pt x="1006851" y="1152913"/>
                </a:lnTo>
                <a:lnTo>
                  <a:pt x="0" y="115291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17545" y="3900457"/>
            <a:ext cx="3863908" cy="793522"/>
          </a:xfrm>
          <a:custGeom>
            <a:avLst/>
            <a:gdLst/>
            <a:ahLst/>
            <a:cxnLst/>
            <a:rect r="r" b="b" t="t" l="l"/>
            <a:pathLst>
              <a:path h="793522" w="3863908">
                <a:moveTo>
                  <a:pt x="0" y="0"/>
                </a:moveTo>
                <a:lnTo>
                  <a:pt x="3863908" y="0"/>
                </a:lnTo>
                <a:lnTo>
                  <a:pt x="3863908" y="793521"/>
                </a:lnTo>
                <a:lnTo>
                  <a:pt x="0" y="79352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53272" t="-150414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17545" y="6555222"/>
            <a:ext cx="4898987" cy="1396211"/>
          </a:xfrm>
          <a:custGeom>
            <a:avLst/>
            <a:gdLst/>
            <a:ahLst/>
            <a:cxnLst/>
            <a:rect r="r" b="b" t="t" l="l"/>
            <a:pathLst>
              <a:path h="1396211" w="4898987">
                <a:moveTo>
                  <a:pt x="0" y="0"/>
                </a:moveTo>
                <a:lnTo>
                  <a:pt x="4898987" y="0"/>
                </a:lnTo>
                <a:lnTo>
                  <a:pt x="4898987" y="1396211"/>
                </a:lnTo>
                <a:lnTo>
                  <a:pt x="0" y="13962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617545" y="4873674"/>
            <a:ext cx="6029069" cy="1481523"/>
          </a:xfrm>
          <a:custGeom>
            <a:avLst/>
            <a:gdLst/>
            <a:ahLst/>
            <a:cxnLst/>
            <a:rect r="r" b="b" t="t" l="l"/>
            <a:pathLst>
              <a:path h="1481523" w="6029069">
                <a:moveTo>
                  <a:pt x="0" y="0"/>
                </a:moveTo>
                <a:lnTo>
                  <a:pt x="6029069" y="0"/>
                </a:lnTo>
                <a:lnTo>
                  <a:pt x="6029069" y="1481523"/>
                </a:lnTo>
                <a:lnTo>
                  <a:pt x="0" y="148152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-37677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306722" y="1398498"/>
            <a:ext cx="7674556" cy="16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879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功能介紹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45035" y="3897294"/>
            <a:ext cx="11279263" cy="65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385">
                <a:solidFill>
                  <a:srgbClr val="449FA2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完成/刪除任務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45035" y="5025981"/>
            <a:ext cx="3330147" cy="200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2F2E2E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完成任務時則變更累計積分並刪除欄位。刪除任務時會跳出是否刪除的確認通知。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7296" y="9331042"/>
            <a:ext cx="1573407" cy="1504749"/>
          </a:xfrm>
          <a:custGeom>
            <a:avLst/>
            <a:gdLst/>
            <a:ahLst/>
            <a:cxnLst/>
            <a:rect r="r" b="b" t="t" l="l"/>
            <a:pathLst>
              <a:path h="1504749" w="1573407">
                <a:moveTo>
                  <a:pt x="0" y="0"/>
                </a:moveTo>
                <a:lnTo>
                  <a:pt x="1573408" y="0"/>
                </a:lnTo>
                <a:lnTo>
                  <a:pt x="1573408" y="1504749"/>
                </a:lnTo>
                <a:lnTo>
                  <a:pt x="0" y="15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9066" y="8033070"/>
            <a:ext cx="6991137" cy="5082948"/>
          </a:xfrm>
          <a:custGeom>
            <a:avLst/>
            <a:gdLst/>
            <a:ahLst/>
            <a:cxnLst/>
            <a:rect r="r" b="b" t="t" l="l"/>
            <a:pathLst>
              <a:path h="5082948" w="6991137">
                <a:moveTo>
                  <a:pt x="0" y="0"/>
                </a:moveTo>
                <a:lnTo>
                  <a:pt x="6991137" y="0"/>
                </a:lnTo>
                <a:lnTo>
                  <a:pt x="6991137" y="5082948"/>
                </a:lnTo>
                <a:lnTo>
                  <a:pt x="0" y="50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486" y="887293"/>
            <a:ext cx="1996660" cy="1829667"/>
          </a:xfrm>
          <a:custGeom>
            <a:avLst/>
            <a:gdLst/>
            <a:ahLst/>
            <a:cxnLst/>
            <a:rect r="r" b="b" t="t" l="l"/>
            <a:pathLst>
              <a:path h="1829667" w="1996660">
                <a:moveTo>
                  <a:pt x="0" y="0"/>
                </a:moveTo>
                <a:lnTo>
                  <a:pt x="1996660" y="0"/>
                </a:lnTo>
                <a:lnTo>
                  <a:pt x="1996660" y="1829667"/>
                </a:lnTo>
                <a:lnTo>
                  <a:pt x="0" y="182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45519" y="8033070"/>
            <a:ext cx="7627562" cy="6462625"/>
          </a:xfrm>
          <a:custGeom>
            <a:avLst/>
            <a:gdLst/>
            <a:ahLst/>
            <a:cxnLst/>
            <a:rect r="r" b="b" t="t" l="l"/>
            <a:pathLst>
              <a:path h="6462625" w="7627562">
                <a:moveTo>
                  <a:pt x="0" y="0"/>
                </a:moveTo>
                <a:lnTo>
                  <a:pt x="7627562" y="0"/>
                </a:lnTo>
                <a:lnTo>
                  <a:pt x="7627562" y="6462625"/>
                </a:lnTo>
                <a:lnTo>
                  <a:pt x="0" y="6462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31852" y="4128738"/>
            <a:ext cx="1633999" cy="1692466"/>
          </a:xfrm>
          <a:custGeom>
            <a:avLst/>
            <a:gdLst/>
            <a:ahLst/>
            <a:cxnLst/>
            <a:rect r="r" b="b" t="t" l="l"/>
            <a:pathLst>
              <a:path h="1692466" w="1633999">
                <a:moveTo>
                  <a:pt x="0" y="0"/>
                </a:moveTo>
                <a:lnTo>
                  <a:pt x="1633999" y="0"/>
                </a:lnTo>
                <a:lnTo>
                  <a:pt x="1633999" y="1692467"/>
                </a:lnTo>
                <a:lnTo>
                  <a:pt x="0" y="1692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9800" y="8454088"/>
            <a:ext cx="7152052" cy="7087033"/>
          </a:xfrm>
          <a:custGeom>
            <a:avLst/>
            <a:gdLst/>
            <a:ahLst/>
            <a:cxnLst/>
            <a:rect r="r" b="b" t="t" l="l"/>
            <a:pathLst>
              <a:path h="7087033" w="7152052">
                <a:moveTo>
                  <a:pt x="0" y="0"/>
                </a:moveTo>
                <a:lnTo>
                  <a:pt x="7152052" y="0"/>
                </a:lnTo>
                <a:lnTo>
                  <a:pt x="7152052" y="7087034"/>
                </a:lnTo>
                <a:lnTo>
                  <a:pt x="0" y="708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7545" y="-1017884"/>
            <a:ext cx="3052910" cy="2569995"/>
          </a:xfrm>
          <a:custGeom>
            <a:avLst/>
            <a:gdLst/>
            <a:ahLst/>
            <a:cxnLst/>
            <a:rect r="r" b="b" t="t" l="l"/>
            <a:pathLst>
              <a:path h="2569995" w="3052910">
                <a:moveTo>
                  <a:pt x="0" y="0"/>
                </a:moveTo>
                <a:lnTo>
                  <a:pt x="3052910" y="0"/>
                </a:lnTo>
                <a:lnTo>
                  <a:pt x="3052910" y="2569996"/>
                </a:lnTo>
                <a:lnTo>
                  <a:pt x="0" y="2569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32548" y="8276396"/>
            <a:ext cx="7536935" cy="4946970"/>
          </a:xfrm>
          <a:custGeom>
            <a:avLst/>
            <a:gdLst/>
            <a:ahLst/>
            <a:cxnLst/>
            <a:rect r="r" b="b" t="t" l="l"/>
            <a:pathLst>
              <a:path h="4946970" w="7536935">
                <a:moveTo>
                  <a:pt x="0" y="0"/>
                </a:moveTo>
                <a:lnTo>
                  <a:pt x="7536934" y="0"/>
                </a:lnTo>
                <a:lnTo>
                  <a:pt x="7536934" y="4946970"/>
                </a:lnTo>
                <a:lnTo>
                  <a:pt x="0" y="4946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7215">
            <a:off x="-570593" y="8923046"/>
            <a:ext cx="2262122" cy="1369612"/>
          </a:xfrm>
          <a:custGeom>
            <a:avLst/>
            <a:gdLst/>
            <a:ahLst/>
            <a:cxnLst/>
            <a:rect r="r" b="b" t="t" l="l"/>
            <a:pathLst>
              <a:path h="1369612" w="2262122">
                <a:moveTo>
                  <a:pt x="0" y="0"/>
                </a:moveTo>
                <a:lnTo>
                  <a:pt x="2262122" y="0"/>
                </a:lnTo>
                <a:lnTo>
                  <a:pt x="2262122" y="1369612"/>
                </a:lnTo>
                <a:lnTo>
                  <a:pt x="0" y="1369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1852" y="9108566"/>
            <a:ext cx="4030989" cy="4114800"/>
          </a:xfrm>
          <a:custGeom>
            <a:avLst/>
            <a:gdLst/>
            <a:ahLst/>
            <a:cxnLst/>
            <a:rect r="r" b="b" t="t" l="l"/>
            <a:pathLst>
              <a:path h="4114800" w="4030989">
                <a:moveTo>
                  <a:pt x="0" y="0"/>
                </a:moveTo>
                <a:lnTo>
                  <a:pt x="4030989" y="0"/>
                </a:lnTo>
                <a:lnTo>
                  <a:pt x="4030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7744" y="9331042"/>
            <a:ext cx="3128698" cy="3352540"/>
          </a:xfrm>
          <a:custGeom>
            <a:avLst/>
            <a:gdLst/>
            <a:ahLst/>
            <a:cxnLst/>
            <a:rect r="r" b="b" t="t" l="l"/>
            <a:pathLst>
              <a:path h="3352540" w="3128698">
                <a:moveTo>
                  <a:pt x="0" y="0"/>
                </a:moveTo>
                <a:lnTo>
                  <a:pt x="3128698" y="0"/>
                </a:lnTo>
                <a:lnTo>
                  <a:pt x="3128698" y="3352540"/>
                </a:lnTo>
                <a:lnTo>
                  <a:pt x="0" y="33525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71840" y="3784356"/>
            <a:ext cx="12544320" cy="245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26"/>
              </a:lnSpc>
            </a:pPr>
            <a:r>
              <a:rPr lang="en-US" sz="14375">
                <a:solidFill>
                  <a:srgbClr val="449FA2"/>
                </a:solidFill>
                <a:latin typeface="Happy Font TH"/>
                <a:ea typeface="Happy Font TH"/>
                <a:cs typeface="Happy Font TH"/>
                <a:sym typeface="Happy Font TH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DAHL5NEAhXI</dc:identifier>
  <dcterms:modified xsi:type="dcterms:W3CDTF">2011-08-01T06:04:30Z</dcterms:modified>
  <cp:revision>1</cp:revision>
  <dc:title>Blue Pink Pastel Cute Group Project Presentation</dc:title>
</cp:coreProperties>
</file>